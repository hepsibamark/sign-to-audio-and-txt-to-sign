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6" r:id="rId12"/>
    <p:sldId id="269" r:id="rId15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🤟 STATEMENT OF PURPOSE &amp; CAPSTONE PRESENTATION</a:t>
            </a:r>
          </a:p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Bi-Directional Sign Language &amp; Audio Assistive Suite</a:t>
            </a:r>
          </a:p>
          <a:p>
            <a:pPr>
              <a:defRPr sz="1800">
                <a:solidFill>
                  <a:srgbClr val="38BDF8"/>
                </a:solidFill>
                <a:latin typeface="Segoe UI"/>
              </a:defRPr>
            </a:pPr>
            <a:r>
              <a:t>Real-Time Sign-to-Audio (Tamil &amp; English)  |  Text &amp; Voice-to-Sign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2-Way Communication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Deaf ⇄ Hearing Bridge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2736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Bilingual Speech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Tamil (தமிழ்) &amp; 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95.05% ML Accuracy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Random Forest (41 Classes)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70848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Real-Time Vision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&gt; 40 FPS on Standard 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Author &amp; Lead Developer: Hepsiba Mark   |   Technologies: Google MediaPipe, OpenCV, Scikit-Learn, gTTS, pyttsx3, Streamlit</a:t>
            </a:r>
          </a:p>
          <a:p>
            <a:pPr>
              <a:defRPr sz="1100">
                <a:solidFill>
                  <a:srgbClr val="06B6D4"/>
                </a:solidFill>
                <a:latin typeface="Segoe UI"/>
              </a:defRPr>
            </a:pPr>
            <a:r>
              <a:t>Project Repository: https://github.com/HepsibaMark/Sign-to-audio-and-txt-to-sign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CHALLENGES IN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Social Problem &amp; Research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1. Massive Community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• 70+ Million Deaf Individuals</a:t>
            </a:r>
            <a:br/>
            <a:r>
              <a:t>Worldwide use sign language as their primary or native language.</a:t>
            </a:r>
          </a:p>
          <a:p>
            <a:br/>
            <a:r>
              <a:t>• &lt; 0.1% Public Fluency</a:t>
            </a:r>
            <a:br/>
            <a:r>
              <a:t>Fewer than 1 in 1,000 hearing individuals understand basic manual sign gestures.</a:t>
            </a:r>
          </a:p>
          <a:p>
            <a:br/>
            <a:r>
              <a:t>• Severe Everyday Impact</a:t>
            </a:r>
            <a:br/>
            <a:r>
              <a:t>Doctor appointments, banking, legal queries, and classroom discussions face critical communication barriers.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The Critical 'One-Way'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• Traditional Tools Are Asymmetric</a:t>
            </a:r>
            <a:br/>
            <a:r>
              <a:t>Most projects only convert hand signs into screen text or English audio.</a:t>
            </a:r>
          </a:p>
          <a:p>
            <a:br/>
            <a:r>
              <a:t>• The Broken Exchange</a:t>
            </a:r>
            <a:br/>
            <a:r>
              <a:t>When a deaf patient signs to a doctor, the doctor's spoken response CANNOT be understood by the patient without an interpreter.</a:t>
            </a:r>
          </a:p>
          <a:p>
            <a:br/>
            <a:r>
              <a:t>• Bi-Directionality Is Required</a:t>
            </a:r>
            <a:br/>
            <a:r>
              <a:t>Real communication demands a two-way loop: Sign ➔ Speech and Voice ➔ 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3. Regional Language Exclusion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060168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rPr dirty="0"/>
              <a:t>• English Monoculture</a:t>
            </a:r>
            <a:br>
              <a:rPr dirty="0"/>
            </a:br>
            <a:r>
              <a:rPr dirty="0"/>
              <a:t>Over 95% of published assistive tools exclusively synthesize English voice output.</a:t>
            </a:r>
          </a:p>
          <a:p>
            <a:br>
              <a:rPr dirty="0"/>
            </a:br>
            <a:r>
              <a:rPr dirty="0"/>
              <a:t>• 80+ Million Tamil Speakers</a:t>
            </a:r>
            <a:br>
              <a:rPr dirty="0"/>
            </a:br>
            <a:r>
              <a:rPr dirty="0"/>
              <a:t>In Tamil Nadu, Sri Lanka, Singapore, and Malaysia, deaf families require native Tamil voice output (e.g. '</a:t>
            </a:r>
            <a:r>
              <a:rPr dirty="0" err="1"/>
              <a:t>வணக்கம்</a:t>
            </a:r>
            <a:r>
              <a:rPr dirty="0"/>
              <a:t>', '</a:t>
            </a:r>
            <a:r>
              <a:rPr dirty="0" err="1"/>
              <a:t>உதவி</a:t>
            </a:r>
            <a:r>
              <a:rPr dirty="0"/>
              <a:t>').</a:t>
            </a:r>
          </a:p>
          <a:p>
            <a:br>
              <a:rPr dirty="0"/>
            </a:br>
            <a:r>
              <a:rPr dirty="0"/>
              <a:t>• Our Mission</a:t>
            </a:r>
            <a:br>
              <a:rPr dirty="0"/>
            </a:br>
            <a:r>
              <a:rPr dirty="0"/>
              <a:t>Bridge BOTH linguistic barriers simultaneously: sign-to-voice and voice-to-sign in Tamil &amp;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TWO-WAY INCLUSIVE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Integrated Bi-Directional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FORWARD PIPELINE: Sign ➔ Audio (Deaf to Hearing)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📹 Video Acquisition: Standard consumer RGB webcam, zero sensor gloves or specialized hardware needed.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✋ 3D Hand Tracking: Google MediaPipe extracts 21 keypoints with spatial invariance normalization.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🤖 Machine Learning Classifier: Random Forest classifier recognizes 41 sign classes (A-Z + 15 everyday signs).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⏱️ Hold-to-Confirm Stabilization: State-machine debouncer ensures stable sentence construction without jitter.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🔊 Dual-Voice Speech Synthesis: Audible spoken output in Tamil (தமிழ் - gTTS studio voice) or English (pyttsx3).</a:t>
            </a:r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REVERSE PIPELINE: Text &amp; Voice ➔ Sign (Hearing to Deaf)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⌨️ Multi-Modal Input: Type text or speak into microphone in either Tamil (தமிழ்) or English.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🎙️ Real-Time Speech-to-Text: Google Speech Recognition parses speech with language codes 'ta-IN' and 'en-US'.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🔤 Bilingual Tokenizer: Maps multi-word phrases, single signs, or phonetic Roman transliteration.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🎬 Procedural Skeletal Animation: Renders anatomical hand skeleton cards with color-coded finger bones.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⏮️ Playback Timeline Controls: Play, pause, skip, and adjust playback speed with simultaneous audio narration.</a:t>
            </a:r>
            <a:br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TECHNICAL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 &amp;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Stage 1: 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RGB Webcam Stream (720p)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Typed Text (Tamil / English)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Microphone Audio (ta-IN / en-US)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72384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2: 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MediaPipe 21 3D Landmarks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Translation to Wrist (0,0,0)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Scale Normalization (MCP-9)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63-D Invariant 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0368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Stage 3: Decision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Random Forest (150 trees)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41 Vocabulary Classes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Top-3 Probabilities output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Geometric heuristic safety 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Stage 4: Linguistics &amp; Debounce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394637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• Hold-to-Confirm (0.8s timer)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• Tamil-English Lexical Mapper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• Phonetic Transliteration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• Sentence Buffer 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63456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46336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Stage 5: Multi-Modal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Tamil Audio (gTTS Studio)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English Audio (pyttsx3 SAPI5)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Visual 3D Skeleton Cards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Animated Sign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SUPERVISED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Machine Learning Classifier &amp; Training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Random Forest Classifier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Ensemble Strategy: 150 Decision Trees with bootstrap aggregation (Bagging).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Max Tree Depth: 24 levels to prevent overfitting while capturing non-linear angles.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Input Features: 63 continuous features (normalized 3D coordinates).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Multi-Class Scope: 41 Classes (26 ASL alphabet letters + 15 conversational words).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Inference Latency: &lt; 2 milliseconds per frame on standard laptop CPU (&gt; 500 FPS).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Probability Distribution: Predicts exact Top-3 class confidences for visual transparency.</a:t>
            </a:r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Empirical Test Benchmark (95.05% 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Total Dataset Samples: 7,380 samples across 41 classes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Training Set (80%): 5,904 stratified samples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Test / Validation Set (20%): 1,476 unseen test samples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Overall Test Accuracy: 95.05% (1,403 / 1,476 correctly classified)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Macro Precision: 0.95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Macro Recall: 0.95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Macro F1-Score: 0.95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Per-Class Accuracies: 100% precision on A, B, C, D, HELLO, WATER, OK, PEACE, Y, I LOVE YOU</a:t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HIGH-CLARITY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Visual Sign Generator &amp; Anatomical Gallery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HELLO</a:t>
            </a:r>
          </a:p>
        </p:txBody>
      </p:sp>
      <p:pic>
        <p:nvPicPr>
          <p:cNvPr id="8" name="Picture 7" descr="H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224028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வணக்கம் (Vanakkam)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 Palm Greeting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8456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</p:txBody>
      </p:sp>
      <p:pic>
        <p:nvPicPr>
          <p:cNvPr id="12" name="Picture 11" descr="THANK 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2194560"/>
            <a:ext cx="224028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57016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நன்றி (Nandri)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Chin Forward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WATER</a:t>
            </a:r>
          </a:p>
        </p:txBody>
      </p:sp>
      <p:pic>
        <p:nvPicPr>
          <p:cNvPr id="16" name="Picture 15" descr="WA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194560"/>
            <a:ext cx="2240280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91072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தண்ணீர் (Thanneer)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'W' Sign Survival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16568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 LOVE YOU</a:t>
            </a:r>
          </a:p>
        </p:txBody>
      </p:sp>
      <p:pic>
        <p:nvPicPr>
          <p:cNvPr id="20" name="Picture 19" descr="I LOVE YO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2194560"/>
            <a:ext cx="2240280" cy="224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25128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நான் உன்னை நேசிக்கிறேன்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Universal ASL Affection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EXPERIMENTAL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Empirical Benchmarks &amp; Execution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End-to-End Pipeline Latency (CPU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Video Frame Grab (OpenCV): 4.2 ms  (240 FPS max)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MediaPipe Landmark Tracking: 18.5 ms  (54 FPS throughput)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Spatial Invariance Normalization: 0.3 ms  (&gt; 3000 FPS)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Random Forest ML Inference: 1.8 ms  (&gt; 500 FPS)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Hold Debounce State Machine: &lt; 0.1 ms  (Negligible)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TOTAL VISION PIPELINE: 24.8 ms  (&gt; 40.3 FPS (Real-Time))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Local Audio Playback (Cache): 12.1 ms  (Instant)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pyttsx3 Offline Audio: 45.0 ms  (Near-Instant)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System Resource Footprint &amp;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Test Accuracy on 41 Classes:</a:t>
            </a:r>
            <a:br/>
            <a:r>
              <a:t>  95.05% on 1,476 unseen test samples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GPU Requirement:</a:t>
            </a:r>
            <a:br/>
            <a:r>
              <a:t>  0 GB (Runs 100% on standard laptop CPU)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RAM Consumption:</a:t>
            </a:r>
            <a:br/>
            <a:r>
              <a:t>  ~ 320 MB at full runtime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Disk Footprint:</a:t>
            </a:r>
            <a:br/>
            <a:r>
              <a:t>  ~ 85 MB (including models, cache, assets)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Hardware Compatibility:</a:t>
            </a:r>
            <a:br/>
            <a:r>
              <a:t>  Standard 720p/1080p USB or built-in webcam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OS Support:</a:t>
            </a:r>
            <a:br/>
            <a:r>
              <a:t>  Windows 10/11, Ubuntu Linux, macOS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Speech Locales:</a:t>
            </a:r>
            <a:br/>
            <a:r>
              <a:t>  Tamil ('ta-IN' &amp; 'ta') and English ('en-US' &amp; 'en')</a:t>
            </a:r>
            <a:br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Key Technical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Complete Bi-Directional Bridge:</a:t>
            </a:r>
            <a:br/>
            <a:r>
              <a:t>  Successfully bridged both directions (Sign ➔ Audio and Text/Voice ➔ Sign) in a single platform.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First-Class Tamil Language Support:</a:t>
            </a:r>
            <a:br/>
            <a:r>
              <a:t>  Solved regional language exclusion with native Tamil voice synthesis and script transliteration.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High-Performance Machine Learning:</a:t>
            </a:r>
            <a:br/>
            <a:r>
              <a:t>  Trained on 7,380 samples across 41 classes with 95.05% benchmark accuracy.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Zero-Cost Consumer Accessibility:</a:t>
            </a:r>
            <a:br/>
            <a:r>
              <a:t>  Requires only a standard laptop webcam. Zero specialized sensors or paid APIs required.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Full Fault Isolation:</a:t>
            </a:r>
            <a:br/>
            <a:r>
              <a:t>  Robust software architecture ensuring partial mission failures never corrupt existing outputs.</a:t>
            </a:r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Future Roadmap &amp; Project Inquiries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🚀 Two-Handed Sign Tracking:</a:t>
            </a:r>
            <a:br/>
            <a:r>
              <a:t>  Expand MediaPipe dual-hand pipeline for complex two-handed phrases and continuous sentence grammar.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🚀 Indian Sign Language (ISL) Integration:</a:t>
            </a:r>
            <a:br/>
            <a:r>
              <a:t>  Incorporate the full two-handed ISL manual alphabet alongside ASL.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🚀 Mobile Edge Deployment:</a:t>
            </a:r>
            <a:br/>
            <a:r>
              <a:t>  Convert Random Forest model to ONNX / TFLite for native Android &amp; iOS mobile apps.</a:t>
            </a:r>
            <a:br/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🚀 Repository &amp; Open Source:</a:t>
            </a:r>
            <a:br/>
            <a:r>
              <a:t>  Complete codebase and documentation published at:</a:t>
            </a:r>
            <a:br/>
            <a:r>
              <a:t>https://github.com/HepsibaMark/Sign-to-audio-and-txt-to-sign</a:t>
            </a:r>
            <a:br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3223</Words>
  <Application>Microsoft Office PowerPoint</Application>
  <PresentationFormat>Widescreen</PresentationFormat>
  <Paragraphs>238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Hepsi M</cp:lastModifiedBy>
  <cp:revision>2</cp:revision>
  <dcterms:created xsi:type="dcterms:W3CDTF">2013-01-27T09:14:16Z</dcterms:created>
  <dcterms:modified xsi:type="dcterms:W3CDTF">2026-10-31T06:57:50Z</dcterms:modified>
  <cp:category/>
</cp:coreProperties>
</file>